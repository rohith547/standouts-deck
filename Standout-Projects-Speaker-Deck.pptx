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DELIVERY COACHING (read me once, then forget me):</a:t>
            </a:r>
          </a:p>
          <a:p>
            <a:r>
              <a:t>• Open with energy. Smile, slow down, and own the first sentence — the first 10 seconds set the tone.</a:t>
            </a:r>
          </a:p>
          <a:p>
            <a:r>
              <a:t>• Rhythm for each project: HOOK (one line) → pause → what it does → how it works → the HARD part → land it.</a:t>
            </a:r>
          </a:p>
          <a:p>
            <a:r>
              <a:t>• The 'hard part' is where you sound like an expert. Spend your energy there.</a:t>
            </a:r>
          </a:p>
          <a:p>
            <a:r>
              <a:t>• Pause after every bold claim. Silence makes you sound confident, not rushed.</a:t>
            </a:r>
          </a:p>
          <a:p>
            <a:r>
              <a:t>• Don't read bullets aloud — the slide is for them, the story is from you.</a:t>
            </a:r>
          </a:p>
          <a:p>
            <a:r>
              <a:t>• Close every project on the bold 'landing line' and stop talking. Let it sit.</a:t>
            </a:r>
          </a:p>
          <a:p/>
          <a:p>
            <a:r>
              <a:t>YOUR 30-SECOND ELEVATOR PITCH (memorize this):</a:t>
            </a:r>
          </a:p>
          <a:p>
            <a:r>
              <a:t>“I'm an AI Application Engineer — I use AI to turn ideas into production apps fast. I've shipped 75-plus of them across five domains. Today I'll show you five standouts: an agent control center, an autonomous video pipeline, my own reusable-skills system, a suite of financial-intelligence dashboards, and a bank-automation bot that runs in production. The thread through all of them is the same — real, working systems, not demos.”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“I picked these five because together they show range AND depth — agents, automation, tooling, live-data products, and gritty real-world reliability.”</a:t>
            </a:r>
          </a:p>
          <a:p>
            <a:r>
              <a:t>• Don't dwell here. 15 seconds. It's a map, not a destination.</a:t>
            </a:r>
          </a:p>
          <a:p>
            <a:r>
              <a:t>• Optional: ask the room — “Tell me which one you want to go deep on first.” It makes it a conversation, not a lecture, and shows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 (say it slowly, then pause):</a:t>
            </a:r>
          </a:p>
          <a:p>
            <a:r>
              <a:t>“Imagine one chat window that understands what you want — and quietly sends the right specialist to do it.”</a:t>
            </a:r>
          </a:p>
          <a:p/>
          <a:p>
            <a:r>
              <a:t>STORY:</a:t>
            </a:r>
          </a:p>
          <a:p>
            <a:r>
              <a:t>• “Most people bolt one chatbot onto one task. I built a control center instead.”</a:t>
            </a:r>
          </a:p>
          <a:p>
            <a:r>
              <a:t>• “You type what you want. A router figures out your intent and hands it to a specialized agent — each one has its own tools and its own memory.”</a:t>
            </a:r>
          </a:p>
          <a:p>
            <a:r>
              <a:t>• “The whole thing lives in Telegram with tap-button menus, so there's nothing to learn.”</a:t>
            </a:r>
          </a:p>
          <a:p/>
          <a:p>
            <a:r>
              <a:t>THE HARD PART (slow down — this is where you sound like an expert):</a:t>
            </a:r>
          </a:p>
          <a:p>
            <a:r>
              <a:t>• “The real engineering isn't the chat — it's the orchestration. Typed tools so agents can't misfire. Persisted memory so context survives. And it's restart-safe — if the server reboots at 3am, it picks up exactly where it left off.”</a:t>
            </a:r>
          </a:p>
          <a:p/>
          <a:p>
            <a:r>
              <a:t>LAND IT (then stop):</a:t>
            </a:r>
          </a:p>
          <a:p>
            <a:r>
              <a:t>“That's the difference between a demo you show once and a system you can actually depend on.”</a:t>
            </a:r>
          </a:p>
          <a:p/>
          <a:p>
            <a:r>
              <a:t>IF THEY ASK:</a:t>
            </a:r>
          </a:p>
          <a:p>
            <a:r>
              <a:t>• Routing? — intent is classified, then dispatched to the matching agent handler.</a:t>
            </a:r>
          </a:p>
          <a:p>
            <a:r>
              <a:t>• Memory? — conversation + state persisted in the DB (Prisma), not held in RAM.</a:t>
            </a:r>
          </a:p>
          <a:p>
            <a:r>
              <a:t>• Why Telegram? — instant mobile reach, zero front-end to maintain, native button 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HOOK:</a:t>
            </a:r>
          </a:p>
          <a:p>
            <a:r>
              <a:t>“Every morning, a fresh AI-news video gets made — and I barely touch it.”</a:t>
            </a:r>
          </a:p>
          <a:p/>
          <a:p>
            <a:r>
              <a:t>STORY:</a:t>
            </a:r>
          </a:p>
          <a:p>
            <a:r>
              <a:t>• “It's a pipeline. It pulls the day's stories, verifies them before writing anything, scripts the segment, generates a voice, renders the video, and publishes it.”</a:t>
            </a:r>
          </a:p>
          <a:p>
            <a:r>
              <a:t>• “The only thing I do is tap 'approve.' One human decision, in exactly the right place.”</a:t>
            </a:r>
          </a:p>
          <a:p/>
          <a:p>
            <a:r>
              <a:t>THE HARD PART:</a:t>
            </a:r>
          </a:p>
          <a:p>
            <a:r>
              <a:t>• “The challenge with automation isn't speed — it's trust. Language models make things up. So I fact-check before I generate, not after. Every stage is checkpointed, so if step four fails, I don't lose steps one through three. And there's a hard cost cap per run.”</a:t>
            </a:r>
          </a:p>
          <a:p/>
          <a:p>
            <a:r>
              <a:t>LAND IT:</a:t>
            </a:r>
          </a:p>
          <a:p>
            <a:r>
              <a:t>“Automation people trust isn't about removing the human — it's about putting the human in exactly the right place.”</a:t>
            </a:r>
          </a:p>
          <a:p/>
          <a:p>
            <a:r>
              <a:t>IF THEY ASK:</a:t>
            </a:r>
          </a:p>
          <a:p>
            <a:r>
              <a:t>• How do you stop hallucinations? — verification gate before generation; unverified facts don't make it into the script.</a:t>
            </a:r>
          </a:p>
          <a:p>
            <a:r>
              <a:t>• What if a stage fails? — checkpointed + idempotent, so I re-run from the failed step, not the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HOOK:</a:t>
            </a:r>
          </a:p>
          <a:p>
            <a:r>
              <a:t>“Here's how I build seventy-five apps without reinventing the wheel seventy-five times.”</a:t>
            </a:r>
          </a:p>
          <a:p/>
          <a:p>
            <a:r>
              <a:t>STORY:</a:t>
            </a:r>
          </a:p>
          <a:p>
            <a:r>
              <a:t>• “I took my best engineering patterns and turned them into 25 reusable skills.”</a:t>
            </a:r>
          </a:p>
          <a:p>
            <a:r>
              <a:t>• “Then I wired them straight into my AI command line — so every new project automatically follows my proven conventions from the first keystroke.”</a:t>
            </a:r>
          </a:p>
          <a:p>
            <a:r>
              <a:t>• “On top there's a clean app to browse them, and it's tested.”</a:t>
            </a:r>
          </a:p>
          <a:p/>
          <a:p>
            <a:r>
              <a:t>WHY IT MATTERS (this is your differentiator — lean in):</a:t>
            </a:r>
          </a:p>
          <a:p>
            <a:r>
              <a:t>• “This is compounding leverage. Each project makes the next one faster. It's the reason I can ship at the volume I do without quality dropping.”</a:t>
            </a:r>
          </a:p>
          <a:p/>
          <a:p>
            <a:r>
              <a:t>LAND IT:</a:t>
            </a:r>
          </a:p>
          <a:p>
            <a:r>
              <a:t>“Most engineers ship code. I also ship the system that ships the code.”</a:t>
            </a:r>
          </a:p>
          <a:p/>
          <a:p>
            <a:r>
              <a:t>IF THEY ASK:</a:t>
            </a:r>
          </a:p>
          <a:p>
            <a:r>
              <a:t>• What's a 'skill'? — a documented, reusable capability the AI loads automatically (e.g. build-app, deploy-app, test-coverage).</a:t>
            </a:r>
          </a:p>
          <a:p>
            <a:r>
              <a:t>• Single source of truth? — yes, one data file generates both the app and the installable skill folders.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HOOK:</a:t>
            </a:r>
          </a:p>
          <a:p>
            <a:r>
              <a:t>“I turn raw market filings into signals a person can act on in seconds.”</a:t>
            </a:r>
          </a:p>
          <a:p/>
          <a:p>
            <a:r>
              <a:t>STORY:</a:t>
            </a:r>
          </a:p>
          <a:p>
            <a:r>
              <a:t>• “It's a family of live dashboards. Smart-Money-13F shows what the big institutions are buying. Insider-Tracker flags when executives buy their own company's stock. Macro-Pulse rolls the whole economy into a handful of health scores. Fed-Watch tracks policy.”</a:t>
            </a:r>
          </a:p>
          <a:p>
            <a:r>
              <a:t>• “All on live data — not static snapshots.”</a:t>
            </a:r>
          </a:p>
          <a:p/>
          <a:p>
            <a:r>
              <a:t>THE HARD PART:</a:t>
            </a:r>
          </a:p>
          <a:p>
            <a:r>
              <a:t>• “Financial data is messy and noisy. The engineering is in normalizing filings and turning a wall of numbers into something you can glance at and trust. Every view handles loading, error, empty and populated — no half-built happy paths.”</a:t>
            </a:r>
          </a:p>
          <a:p/>
          <a:p>
            <a:r>
              <a:t>LAND IT:</a:t>
            </a:r>
          </a:p>
          <a:p>
            <a:r>
              <a:t>“Data is everywhere. The value is in making it decision-ready.”</a:t>
            </a:r>
          </a:p>
          <a:p/>
          <a:p>
            <a:r>
              <a:t>IF THEY ASK:</a:t>
            </a:r>
          </a:p>
          <a:p>
            <a:r>
              <a:t>• Where's the data from? — public filings / market feeds, normalized on ingest.</a:t>
            </a:r>
          </a:p>
          <a:p>
            <a:r>
              <a:t>• Why several apps? — each answers one question well; together they're a cohesive intelligence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HOOK:</a:t>
            </a:r>
          </a:p>
          <a:p>
            <a:r>
              <a:t>“I had a boring monthly question — who actually paid rent? — so I automated the entire answer.”</a:t>
            </a:r>
          </a:p>
          <a:p/>
          <a:p>
            <a:r>
              <a:t>STORY:</a:t>
            </a:r>
          </a:p>
          <a:p>
            <a:r>
              <a:t>• “A bot logs into the bank, reads the transactions, matches each deposit to the right tenant, and every cycle just tells me: seven of seven tenants paid. No spreadsheet, no manual checking.”</a:t>
            </a:r>
          </a:p>
          <a:p/>
          <a:p>
            <a:r>
              <a:t>THE HARD PART (this is your credibility moment — it sounds real because it IS):</a:t>
            </a:r>
          </a:p>
          <a:p>
            <a:r>
              <a:t>• “The bank fights automation. The moment you run it headless — invisibly — the session dies. I solved that with fresh visible-browser logins and proper session handling. And the runs are idempotent, so it never double-counts a payment.”</a:t>
            </a:r>
          </a:p>
          <a:p/>
          <a:p>
            <a:r>
              <a:t>ON THE PRIVATE REPO (say this confidently):</a:t>
            </a:r>
          </a:p>
          <a:p>
            <a:r>
              <a:t>“This one's private because it touches real bank and tenant data — so instead of a link, I'll just walk you through the code live. Two minutes and you'll see exactly how it works.”</a:t>
            </a:r>
          </a:p>
          <a:p/>
          <a:p>
            <a:r>
              <a:t>LAND IT:</a:t>
            </a:r>
          </a:p>
          <a:p>
            <a:r>
              <a:t>“This is the unglamorous, real-world engineering that actually saves time every month — and it's running in production right now.”</a:t>
            </a:r>
          </a:p>
          <a:p/>
          <a:p>
            <a:r>
              <a:t>IF THEY ASK:</a:t>
            </a:r>
          </a:p>
          <a:p>
            <a:r>
              <a:t>• Why visible browser? — ICICI invalidates headless sessions instantly; a real browser session survives.</a:t>
            </a:r>
          </a:p>
          <a:p>
            <a:r>
              <a:t>• Matching accuracy? — fuzzy match on name + amount; counts unique tenants from the matched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— deliver this with conviction, slower than everything else:</a:t>
            </a:r>
          </a:p>
          <a:p>
            <a:r>
              <a:t>• “If you take one thing away: across all five of these, it's the same engineer working the same way.”</a:t>
            </a:r>
          </a:p>
          <a:p>
            <a:r>
              <a:t>• “Range across five domains. Depth in agents and automation. And the discipline to make it reliable — restart-safe, tested, running unattended.”</a:t>
            </a:r>
          </a:p>
          <a:p>
            <a:r>
              <a:t>• “I use AI as a multiplier, but the judgment — verifying before generating, capping cost, keeping a human where it matters — that's the engineering.”</a:t>
            </a:r>
          </a:p>
          <a:p/>
          <a:p>
            <a:r>
              <a:t>FINAL LINE (look up, pause, then say it):</a:t>
            </a:r>
          </a:p>
          <a:p>
            <a:r>
              <a:t>“Point me at a problem, and I'll turn it into a dependable, AI-powered product — fast, tested, and in production. That's what I do.”</a:t>
            </a:r>
          </a:p>
          <a:p/>
          <a:p>
            <a:r>
              <a:t>THEN: stop talking. Smile. Invite questions or offer the live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6EE7B7"/>
                </a:solidFill>
                <a:latin typeface="Calibri"/>
              </a:rPr>
              <a:t>STANDOUT PROJECTS  •  SPEAKER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5000" b="1">
                <a:solidFill>
                  <a:srgbClr val="F3F4F6"/>
                </a:solidFill>
                <a:latin typeface="Calibri"/>
              </a:rPr>
              <a:t>Rohith Shabad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9CA3AF"/>
                </a:solidFill>
                <a:latin typeface="Calibri"/>
              </a:rPr>
              <a:t>The five projects I lead with — and how to talk about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9CA3AF"/>
                </a:solidFill>
                <a:latin typeface="Calibri"/>
              </a:rPr>
              <a:t>Every slide has a full script in the </a:t>
            </a:r>
            <a:r>
              <a:rPr sz="1500" b="1">
                <a:solidFill>
                  <a:srgbClr val="6EE7B7"/>
                </a:solidFill>
                <a:latin typeface="Calibri"/>
              </a:rPr>
              <a:t>Notes</a:t>
            </a:r>
            <a:r>
              <a:rPr sz="1500" b="0">
                <a:solidFill>
                  <a:srgbClr val="9CA3AF"/>
                </a:solidFill>
                <a:latin typeface="Calibri"/>
              </a:rPr>
              <a:t> pane — hook, story, the hard part, and a line to land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66928"/>
            <a:ext cx="82296" cy="566928"/>
          </a:xfrm>
          <a:prstGeom prst="round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6EE7B7"/>
                </a:solidFill>
                <a:latin typeface="Calibri"/>
              </a:rPr>
              <a:t>AGENDA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3F4F6"/>
                </a:solidFill>
                <a:latin typeface="Calibri"/>
              </a:rPr>
              <a:t>The five standouts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607040" cy="786384"/>
          </a:xfrm>
          <a:prstGeom prst="roundRect">
            <a:avLst/>
          </a:prstGeom>
          <a:solidFill>
            <a:srgbClr val="11151F"/>
          </a:solidFill>
          <a:ln w="12700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92807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6EE7B7"/>
                </a:solidFill>
                <a:latin typeface="Calibri"/>
              </a:rPr>
              <a:t>01  CommandCore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92807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Calibri"/>
              </a:rPr>
              <a:t>Agent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92807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9CA3AF"/>
                </a:solidFill>
                <a:latin typeface="Calibri"/>
              </a:rPr>
              <a:t>One chat that routes intent to specialized AI agents.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97480"/>
            <a:ext cx="10607040" cy="786384"/>
          </a:xfrm>
          <a:prstGeom prst="roundRect">
            <a:avLst/>
          </a:prstGeom>
          <a:solidFill>
            <a:srgbClr val="11151F"/>
          </a:solidFill>
          <a:ln w="12700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07208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6EE7B7"/>
                </a:solidFill>
                <a:latin typeface="Calibri"/>
              </a:rPr>
              <a:t>02  Beacon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807208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Calibri"/>
              </a:rPr>
              <a:t>Content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07208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9CA3AF"/>
                </a:solidFill>
                <a:latin typeface="Calibri"/>
              </a:rPr>
              <a:t>An AI news-video pipeline that ships itself daily.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611880"/>
            <a:ext cx="10607040" cy="786384"/>
          </a:xfrm>
          <a:prstGeom prst="roundRect">
            <a:avLst/>
          </a:prstGeom>
          <a:solidFill>
            <a:srgbClr val="11151F"/>
          </a:solidFill>
          <a:ln w="12700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721608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6EE7B7"/>
                </a:solidFill>
                <a:latin typeface="Calibri"/>
              </a:rPr>
              <a:t>03  Skills 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721608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Calibri"/>
              </a:rPr>
              <a:t>Force-multiplier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721608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9CA3AF"/>
                </a:solidFill>
                <a:latin typeface="Calibri"/>
              </a:rPr>
              <a:t>25 reusable skills wired into my AI command 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526280"/>
            <a:ext cx="10607040" cy="786384"/>
          </a:xfrm>
          <a:prstGeom prst="roundRect">
            <a:avLst/>
          </a:prstGeom>
          <a:solidFill>
            <a:srgbClr val="11151F"/>
          </a:solidFill>
          <a:ln w="12700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636008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6EE7B7"/>
                </a:solidFill>
                <a:latin typeface="Calibri"/>
              </a:rPr>
              <a:t>04  Financial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636008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Calibri"/>
              </a:rPr>
              <a:t>Live data 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636008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9CA3AF"/>
                </a:solidFill>
                <a:latin typeface="Calibri"/>
              </a:rPr>
              <a:t>Dashboards that turn market filings into signals.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440680"/>
            <a:ext cx="10607040" cy="786384"/>
          </a:xfrm>
          <a:prstGeom prst="roundRect">
            <a:avLst/>
          </a:prstGeom>
          <a:solidFill>
            <a:srgbClr val="11151F"/>
          </a:solidFill>
          <a:ln w="12700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550408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6EE7B7"/>
                </a:solidFill>
                <a:latin typeface="Calibri"/>
              </a:rPr>
              <a:t>05  Rent-tracker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550408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Calibri"/>
              </a:rPr>
              <a:t>Production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550408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9CA3AF"/>
                </a:solidFill>
                <a:latin typeface="Calibri"/>
              </a:rPr>
              <a:t>A bank-scraping bot that tracks who paid rent.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Rohith Shabad  •  AI Application Engineer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66928"/>
            <a:ext cx="82296" cy="566928"/>
          </a:xfrm>
          <a:prstGeom prst="round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6EE7B7"/>
                </a:solidFill>
                <a:latin typeface="Calibri"/>
              </a:rPr>
              <a:t>STANDOUT · 01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3F4F6"/>
                </a:solidFill>
                <a:latin typeface="Calibri"/>
              </a:rPr>
              <a:t>CommandCore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27632"/>
            <a:ext cx="10607040" cy="841248"/>
          </a:xfrm>
          <a:prstGeom prst="roundRect">
            <a:avLst/>
          </a:prstGeom>
          <a:solidFill>
            <a:srgbClr val="11151F"/>
          </a:solidFill>
          <a:ln w="1587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10058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600" b="1">
                <a:solidFill>
                  <a:srgbClr val="F3F4F6"/>
                </a:solidFill>
                <a:latin typeface="Calibri"/>
              </a:rPr>
              <a:t>“Imagine one chat window that understands what you want — and quietly dispatches the right specialist to do it.”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97480"/>
            <a:ext cx="3456432" cy="2331720"/>
          </a:xfrm>
          <a:prstGeom prst="roundRect">
            <a:avLst/>
          </a:prstGeom>
          <a:solidFill>
            <a:srgbClr val="11151F"/>
          </a:solidFill>
          <a:ln w="12700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852928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6EE7B7"/>
                </a:solidFill>
                <a:latin typeface="Calibri"/>
              </a:rPr>
              <a:t>What it does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A control center where you type a request and it routes that intent to the right specialized AI agent — each with its own tools and memory. Telegram + inline keyboards, so there's zero learning curve.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2697480"/>
            <a:ext cx="3456432" cy="2331720"/>
          </a:xfrm>
          <a:prstGeom prst="roundRect">
            <a:avLst/>
          </a:prstGeom>
          <a:solidFill>
            <a:srgbClr val="11151F"/>
          </a:solidFill>
          <a:ln w="12700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852928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Calibri"/>
              </a:rPr>
              <a:t>How it works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A router reads intent and hands off to an agent. State is persisted in a database, so it's restart-safe — reboot the server and it resumes exactly where it left 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0456" y="2697480"/>
            <a:ext cx="3456432" cy="2331720"/>
          </a:xfrm>
          <a:prstGeom prst="roundRect">
            <a:avLst/>
          </a:prstGeom>
          <a:solidFill>
            <a:srgbClr val="11151F"/>
          </a:solidFill>
          <a:ln w="12700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2852928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6EE7B7"/>
                </a:solidFill>
                <a:latin typeface="Calibri"/>
              </a:rPr>
              <a:t>Why it's hard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Orchestration is the hard part: typed tools, persisted memory, and getting multiple agents to cooperate without stepping on each other. That's what separates a system from a demo.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30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Calibri"/>
              </a:rPr>
              <a:t>Code  →  </a:t>
            </a:r>
            <a:r>
              <a:rPr sz="1200" b="0">
                <a:solidFill>
                  <a:srgbClr val="9CA3AF"/>
                </a:solidFill>
                <a:latin typeface="Calibri"/>
              </a:rPr>
              <a:t>github.com/rohith547/commandcore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596128"/>
            <a:ext cx="771753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Node/TS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58721" y="5596128"/>
            <a:ext cx="687628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Prisma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56078" y="5596128"/>
            <a:ext cx="687628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OpenAI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53435" y="5596128"/>
            <a:ext cx="855878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Telegram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19041" y="5596128"/>
            <a:ext cx="687628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Agents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16398" y="5596128"/>
            <a:ext cx="687628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Docker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Rohith Shabad  •  AI Application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66928"/>
            <a:ext cx="82296" cy="566928"/>
          </a:xfrm>
          <a:prstGeom prst="round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6EE7B7"/>
                </a:solidFill>
                <a:latin typeface="Calibri"/>
              </a:rPr>
              <a:t>STANDOUT · 02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3F4F6"/>
                </a:solidFill>
                <a:latin typeface="Calibri"/>
              </a:rPr>
              <a:t>Beacon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27632"/>
            <a:ext cx="10607040" cy="841248"/>
          </a:xfrm>
          <a:prstGeom prst="roundRect">
            <a:avLst/>
          </a:prstGeom>
          <a:solidFill>
            <a:srgbClr val="11151F"/>
          </a:solidFill>
          <a:ln w="1587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10058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600" b="1">
                <a:solidFill>
                  <a:srgbClr val="F3F4F6"/>
                </a:solidFill>
                <a:latin typeface="Calibri"/>
              </a:rPr>
              <a:t>“Every morning a fresh AI news video gets made — and I barely touch it.”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97480"/>
            <a:ext cx="3456432" cy="2331720"/>
          </a:xfrm>
          <a:prstGeom prst="roundRect">
            <a:avLst/>
          </a:prstGeom>
          <a:solidFill>
            <a:srgbClr val="11151F"/>
          </a:solidFill>
          <a:ln w="12700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852928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6EE7B7"/>
                </a:solidFill>
                <a:latin typeface="Calibri"/>
              </a:rPr>
              <a:t>What it does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An end-to-end content pipeline: it fetches the day's stories, verifies them, writes the script, generates a voice, renders the video, and publishes. The one human step is a single approval tap.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2697480"/>
            <a:ext cx="3456432" cy="2331720"/>
          </a:xfrm>
          <a:prstGeom prst="roundRect">
            <a:avLst/>
          </a:prstGeom>
          <a:solidFill>
            <a:srgbClr val="11151F"/>
          </a:solidFill>
          <a:ln w="12700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852928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Calibri"/>
              </a:rPr>
              <a:t>How it works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Stages run in sequence — fetch → verify → script → voice → video → publish — each checkpointed so a failure never burns the whole run. Cost is capped per run.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0456" y="2697480"/>
            <a:ext cx="3456432" cy="2331720"/>
          </a:xfrm>
          <a:prstGeom prst="roundRect">
            <a:avLst/>
          </a:prstGeom>
          <a:solidFill>
            <a:srgbClr val="11151F"/>
          </a:solidFill>
          <a:ln w="12700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2852928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6EE7B7"/>
                </a:solidFill>
                <a:latin typeface="Calibri"/>
              </a:rPr>
              <a:t>Why it's hard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Trust. LLMs hallucinate, so I fact-check BEFORE generating a word, checkpoint every stage, and keep a human at the one decision that matters — the publish.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30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Calibri"/>
              </a:rPr>
              <a:t>Code  →  </a:t>
            </a:r>
            <a:r>
              <a:rPr sz="1200" b="0">
                <a:solidFill>
                  <a:srgbClr val="9CA3AF"/>
                </a:solidFill>
                <a:latin typeface="Calibri"/>
              </a:rPr>
              <a:t>github.com/rohith547/beacon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596128"/>
            <a:ext cx="687628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Python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74596" y="5596128"/>
            <a:ext cx="687628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OpenAI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1953" y="5596128"/>
            <a:ext cx="435254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TTS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16936" y="5596128"/>
            <a:ext cx="687628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ffmpeg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14292" y="5596128"/>
            <a:ext cx="519379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cron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5596128"/>
            <a:ext cx="1276502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Human-in-loop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Rohith Shabad  •  AI Application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66928"/>
            <a:ext cx="82296" cy="566928"/>
          </a:xfrm>
          <a:prstGeom prst="round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6EE7B7"/>
                </a:solidFill>
                <a:latin typeface="Calibri"/>
              </a:rPr>
              <a:t>STANDOUT · 03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3F4F6"/>
                </a:solidFill>
                <a:latin typeface="Calibri"/>
              </a:rPr>
              <a:t>Skills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27632"/>
            <a:ext cx="10607040" cy="841248"/>
          </a:xfrm>
          <a:prstGeom prst="roundRect">
            <a:avLst/>
          </a:prstGeom>
          <a:solidFill>
            <a:srgbClr val="11151F"/>
          </a:solidFill>
          <a:ln w="1587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10058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600" b="1">
                <a:solidFill>
                  <a:srgbClr val="F3F4F6"/>
                </a:solidFill>
                <a:latin typeface="Calibri"/>
              </a:rPr>
              <a:t>“Here's how I build 75 apps without reinventing the wheel 75 times.”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97480"/>
            <a:ext cx="3456432" cy="2331720"/>
          </a:xfrm>
          <a:prstGeom prst="roundRect">
            <a:avLst/>
          </a:prstGeom>
          <a:solidFill>
            <a:srgbClr val="11151F"/>
          </a:solidFill>
          <a:ln w="12700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852928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6EE7B7"/>
                </a:solidFill>
                <a:latin typeface="Calibri"/>
              </a:rPr>
              <a:t>What it does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25 reusable engineering 'skills' — my best patterns — distilled from across my projects, plus a browsable React app to explore them, with tests.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2697480"/>
            <a:ext cx="3456432" cy="2331720"/>
          </a:xfrm>
          <a:prstGeom prst="roundRect">
            <a:avLst/>
          </a:prstGeom>
          <a:solidFill>
            <a:srgbClr val="11151F"/>
          </a:solidFill>
          <a:ln w="12700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852928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Calibri"/>
              </a:rPr>
              <a:t>How it works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Each skill is a documented folder wired directly into my AI command line, so every new build automatically follows my proven conventions instead of starting from scratch.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0456" y="2697480"/>
            <a:ext cx="3456432" cy="2331720"/>
          </a:xfrm>
          <a:prstGeom prst="roundRect">
            <a:avLst/>
          </a:prstGeom>
          <a:solidFill>
            <a:srgbClr val="11151F"/>
          </a:solidFill>
          <a:ln w="12700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2852928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6EE7B7"/>
                </a:solidFill>
                <a:latin typeface="Calibri"/>
              </a:rPr>
              <a:t>Why it's hard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It's compounding leverage: every project makes the next one faster. And it externalizes how I think, not just what I shipped — a system that builds systems.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30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Calibri"/>
              </a:rPr>
              <a:t>Code  →  </a:t>
            </a:r>
            <a:r>
              <a:rPr sz="1200" b="0">
                <a:solidFill>
                  <a:srgbClr val="9CA3AF"/>
                </a:solidFill>
                <a:latin typeface="Calibri"/>
              </a:rPr>
              <a:t>github.com/rohith547/skills-hub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596128"/>
            <a:ext cx="603503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React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90472" y="5596128"/>
            <a:ext cx="1024127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TypeScript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24327" y="5596128"/>
            <a:ext cx="519379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Vite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53435" y="5596128"/>
            <a:ext cx="687628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Vitest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5596128"/>
            <a:ext cx="435254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CLI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95774" y="5596128"/>
            <a:ext cx="1276502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Single-source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Rohith Shabad  •  AI Application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66928"/>
            <a:ext cx="82296" cy="566928"/>
          </a:xfrm>
          <a:prstGeom prst="round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6EE7B7"/>
                </a:solidFill>
                <a:latin typeface="Calibri"/>
              </a:rPr>
              <a:t>STANDOUT · 04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3F4F6"/>
                </a:solidFill>
                <a:latin typeface="Calibri"/>
              </a:rPr>
              <a:t>Financial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27632"/>
            <a:ext cx="10607040" cy="841248"/>
          </a:xfrm>
          <a:prstGeom prst="roundRect">
            <a:avLst/>
          </a:prstGeom>
          <a:solidFill>
            <a:srgbClr val="11151F"/>
          </a:solidFill>
          <a:ln w="1587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10058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600" b="1">
                <a:solidFill>
                  <a:srgbClr val="F3F4F6"/>
                </a:solidFill>
                <a:latin typeface="Calibri"/>
              </a:rPr>
              <a:t>“I turn raw market filings into signals a person can act on in seconds.”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97480"/>
            <a:ext cx="3456432" cy="2331720"/>
          </a:xfrm>
          <a:prstGeom prst="roundRect">
            <a:avLst/>
          </a:prstGeom>
          <a:solidFill>
            <a:srgbClr val="11151F"/>
          </a:solidFill>
          <a:ln w="12700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852928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6EE7B7"/>
                </a:solidFill>
                <a:latin typeface="Calibri"/>
              </a:rPr>
              <a:t>What it does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A family of live dashboards: smart-money-13f tracks what big institutions buy, insider-tracker watches executives buying their own stock, macro-pulse scores the economy, fed-watch follows policy.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2697480"/>
            <a:ext cx="3456432" cy="2331720"/>
          </a:xfrm>
          <a:prstGeom prst="roundRect">
            <a:avLst/>
          </a:prstGeom>
          <a:solidFill>
            <a:srgbClr val="11151F"/>
          </a:solidFill>
          <a:ln w="12700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852928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Calibri"/>
              </a:rPr>
              <a:t>How it works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Each pulls live financial data, normalizes messy filings, and renders a glanceable view — every component handles loading, error, empty and populated states.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0456" y="2697480"/>
            <a:ext cx="3456432" cy="2331720"/>
          </a:xfrm>
          <a:prstGeom prst="roundRect">
            <a:avLst/>
          </a:prstGeom>
          <a:solidFill>
            <a:srgbClr val="11151F"/>
          </a:solidFill>
          <a:ln w="12700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2852928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6EE7B7"/>
                </a:solidFill>
                <a:latin typeface="Calibri"/>
              </a:rPr>
              <a:t>Why it's hard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Financial data is messy and noisy. The value isn't fetching it — it's distilling it into something trustworthy and decision-ready that a human can read in seconds.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30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Calibri"/>
              </a:rPr>
              <a:t>Code  →  </a:t>
            </a:r>
            <a:r>
              <a:rPr sz="1200" b="0">
                <a:solidFill>
                  <a:srgbClr val="9CA3AF"/>
                </a:solidFill>
                <a:latin typeface="Calibri"/>
              </a:rPr>
              <a:t>github.com/rohith547/smart-money-13f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596128"/>
            <a:ext cx="603503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React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90472" y="5596128"/>
            <a:ext cx="1024127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TypeScript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24327" y="5596128"/>
            <a:ext cx="855878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Tailwind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89934" y="5596128"/>
            <a:ext cx="940003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Live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39665" y="5596128"/>
            <a:ext cx="1024127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Dashboards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73521" y="5596128"/>
            <a:ext cx="687628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Vercel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Rohith Shabad  •  AI Application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66928"/>
            <a:ext cx="82296" cy="566928"/>
          </a:xfrm>
          <a:prstGeom prst="round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6EE7B7"/>
                </a:solidFill>
                <a:latin typeface="Calibri"/>
              </a:rPr>
              <a:t>STANDOUT · 05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3F4F6"/>
                </a:solidFill>
                <a:latin typeface="Calibri"/>
              </a:rPr>
              <a:t>Rent-tracker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27632"/>
            <a:ext cx="10607040" cy="841248"/>
          </a:xfrm>
          <a:prstGeom prst="roundRect">
            <a:avLst/>
          </a:prstGeom>
          <a:solidFill>
            <a:srgbClr val="11151F"/>
          </a:solidFill>
          <a:ln w="1587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10058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600" b="1">
                <a:solidFill>
                  <a:srgbClr val="F3F4F6"/>
                </a:solidFill>
                <a:latin typeface="Calibri"/>
              </a:rPr>
              <a:t>“I had a boring monthly question — who actually paid rent? — so I automated the whole answer.”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97480"/>
            <a:ext cx="3456432" cy="2331720"/>
          </a:xfrm>
          <a:prstGeom prst="roundRect">
            <a:avLst/>
          </a:prstGeom>
          <a:solidFill>
            <a:srgbClr val="11151F"/>
          </a:solidFill>
          <a:ln w="12700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852928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6EE7B7"/>
                </a:solidFill>
                <a:latin typeface="Calibri"/>
              </a:rPr>
              <a:t>What it does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A Telegram bot logs into the bank, reads transactions, fuzzy-matches each deposit to the right tenant, and reports ‘7 of 7 tenants paid’ every cycle. No spreadsheets.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2697480"/>
            <a:ext cx="3456432" cy="2331720"/>
          </a:xfrm>
          <a:prstGeom prst="roundRect">
            <a:avLst/>
          </a:prstGeom>
          <a:solidFill>
            <a:srgbClr val="11151F"/>
          </a:solidFill>
          <a:ln w="12700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852928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Calibri"/>
              </a:rPr>
              <a:t>How it works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It scrapes the bank, matches deposits to tenants by name and amount, and pings me on Telegram — counting unique tenants, not raw transactions.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0456" y="2697480"/>
            <a:ext cx="3456432" cy="2331720"/>
          </a:xfrm>
          <a:prstGeom prst="roundRect">
            <a:avLst/>
          </a:prstGeom>
          <a:solidFill>
            <a:srgbClr val="11151F"/>
          </a:solidFill>
          <a:ln w="12700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2852928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6EE7B7"/>
                </a:solidFill>
                <a:latin typeface="Calibri"/>
              </a:rPr>
              <a:t>Why it's hard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The bank actively fights automation — sessions expire the instant you go headless. I solved it with fresh visible-browser logins, careful session handling, and idempotent runs so it never double-counts.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30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Calibri"/>
              </a:rPr>
              <a:t>Code  →  </a:t>
            </a:r>
            <a:r>
              <a:rPr sz="1200" b="0">
                <a:solidFill>
                  <a:srgbClr val="9CA3AF"/>
                </a:solidFill>
                <a:latin typeface="Calibri"/>
              </a:rPr>
              <a:t>private repo — live walkthrough on request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596128"/>
            <a:ext cx="687628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Python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74596" y="5596128"/>
            <a:ext cx="1024127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Playwright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08452" y="5596128"/>
            <a:ext cx="855878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Telegram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74059" y="5596128"/>
            <a:ext cx="1108252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Fuzzy-match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5596128"/>
            <a:ext cx="1024127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Idempotent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25896" y="5596128"/>
            <a:ext cx="1024127" cy="310896"/>
          </a:xfrm>
          <a:prstGeom prst="roundRect">
            <a:avLst/>
          </a:prstGeom>
          <a:solidFill>
            <a:srgbClr val="11151F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50800" rIns="50800"/>
          <a:lstStyle/>
          <a:p>
            <a:pPr algn="ctr"/>
            <a:r>
              <a:rPr sz="1050">
                <a:solidFill>
                  <a:srgbClr val="F3F4F6"/>
                </a:solidFill>
                <a:latin typeface="Calibri"/>
              </a:rPr>
              <a:t>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Rohith Shabad  •  AI Application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4000" b="1">
                <a:solidFill>
                  <a:srgbClr val="F3F4F6"/>
                </a:solidFill>
                <a:latin typeface="Calibri"/>
              </a:rPr>
              <a:t>The through-line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9CA3AF"/>
                </a:solidFill>
                <a:latin typeface="Calibri"/>
              </a:rPr>
              <a:t>Five projects, one engineer, one consistent way of working.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00400"/>
            <a:ext cx="3383280" cy="1554480"/>
          </a:xfrm>
          <a:prstGeom prst="roundRect">
            <a:avLst/>
          </a:prstGeom>
          <a:solidFill>
            <a:srgbClr val="11151F"/>
          </a:solidFill>
          <a:ln w="12700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364992"/>
            <a:ext cx="2880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500" b="1">
                <a:solidFill>
                  <a:srgbClr val="6EE7B7"/>
                </a:solidFill>
                <a:latin typeface="Calibri"/>
              </a:rPr>
              <a:t>🎯  Range + depth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Agents, automation, tooling, live-data products, real-world reliability.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200400"/>
            <a:ext cx="3383280" cy="1554480"/>
          </a:xfrm>
          <a:prstGeom prst="roundRect">
            <a:avLst/>
          </a:prstGeom>
          <a:solidFill>
            <a:srgbClr val="11151F"/>
          </a:solidFill>
          <a:ln w="12700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3364992"/>
            <a:ext cx="2880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500" b="1">
                <a:solidFill>
                  <a:srgbClr val="6EE7B7"/>
                </a:solidFill>
                <a:latin typeface="Calibri"/>
              </a:rPr>
              <a:t>⚙️  Systems, not demos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Restart-safe, idempotent, checkpointed, tested — built to run unattended.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200400"/>
            <a:ext cx="3383280" cy="1554480"/>
          </a:xfrm>
          <a:prstGeom prst="roundRect">
            <a:avLst/>
          </a:prstGeom>
          <a:solidFill>
            <a:srgbClr val="11151F"/>
          </a:solidFill>
          <a:ln w="12700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3364992"/>
            <a:ext cx="2880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500" b="1">
                <a:solidFill>
                  <a:srgbClr val="6EE7B7"/>
                </a:solidFill>
                <a:latin typeface="Calibri"/>
              </a:rPr>
              <a:t>🧠  AI as a multiplier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LLMs inside real products, with verification, cost caps and a human where it 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029200"/>
            <a:ext cx="10332720" cy="914400"/>
          </a:xfrm>
          <a:prstGeom prst="roundRect">
            <a:avLst/>
          </a:prstGeom>
          <a:solidFill>
            <a:srgbClr val="11151F"/>
          </a:solidFill>
          <a:ln w="1587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5175504"/>
            <a:ext cx="9692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6EE7B7"/>
                </a:solidFill>
                <a:latin typeface="Calibri"/>
              </a:rPr>
              <a:t>So what?  </a:t>
            </a:r>
            <a:r>
              <a:rPr sz="1400" b="0">
                <a:solidFill>
                  <a:srgbClr val="F3F4F6"/>
                </a:solidFill>
                <a:latin typeface="Calibri"/>
              </a:rPr>
              <a:t>Point me at a problem and I'll turn it into a dependable, AI-powered product — fast, tested, and in production.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Rohith Shabad  •  AI Application 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